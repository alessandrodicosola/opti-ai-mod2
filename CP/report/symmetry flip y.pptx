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954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8E01-82B5-4753-9387-65705FC64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59B95-9F52-47D2-A36D-6E9B2EF8B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0F4D3-4380-48B8-997C-E66D9877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CB826-596A-40DE-AB92-0FFBB1A4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17AC8-678E-4E6C-80A9-4810DC00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7300-A225-4080-8032-03CFBBD6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13B04-2D1B-48E2-A528-8E3BF5AE4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C52BC-2493-4680-A686-ED2E9E9D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1A9F6-C440-4C1F-956F-EDB4E42E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941E5-E496-4CA3-8E72-6981E555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1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0CDE-144D-4A84-9BE9-F23903EC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9629C-6C9F-4FFC-9399-6EA0CAAD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4EDDD-2AD9-492F-B623-8D134573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506C7-137B-4321-ACBB-FF853EE1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C1125-8012-4B7F-A4C5-E2B93EDD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5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D5D3-9175-4424-97D1-6A01286B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5991-87F4-4C53-8C27-D3A897C1C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11C4F-5A2A-4C7C-96CE-6779F049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9BBB-CBA5-46F1-916B-595AC0A8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62DD6-E47E-4D70-ABEE-15AD231B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BA562-596E-4692-A2CB-44C5CDDE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2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761F-2325-45D5-A530-1F663E32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DC552-32F3-4D67-A3CD-FB25124DD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8B404-0CE3-4170-A71F-B4DFE482A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FDB6F-FC96-416A-A5CB-536186200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897C5-63CB-48C6-B86C-FFF2FF173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AD419-FD50-4B79-8133-45046840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3077F-C87E-455C-A2C0-135CAB35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0CEDE-0C39-4AD8-99AD-D1A65187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0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766A-11A8-4D77-ACEE-046AB4C28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FC5B2-1EC4-491A-8B08-AF000992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1BE6F-0994-4891-A53E-BA8CE888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9ECFA-0E67-4E1C-AF8B-CFBAD995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8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AECED-9833-49B4-81BE-DD9C1CF0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71C8B-CF0C-49FB-9EC0-D629E19A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11AF3-01D1-4E6A-8553-21BA5D5E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9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D969-B842-486E-889E-3C95FB88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D3954-4C51-49F1-85A7-4697B3C28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CDC55-635C-4F7F-ADA2-9D21F9A70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0C345-F751-4767-A73E-14B635CE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72501-12DC-4415-AE7A-E82EFE91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041CD-95CE-401F-ACED-14118848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1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106D-1F14-4B12-96D9-58D7E13D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CD6BB-0EB5-43BD-BE78-17704813D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D292A-9608-48DA-A8D2-BB845C65A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DB95D-E630-4A09-8D25-0308ADED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334A7-A105-4417-B62A-F34DD644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F382D-B0DA-45BA-9146-BCBC5481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1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31BC-5AB2-4599-8FBF-CB225CB7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64090-4D95-4B7A-B251-184433BB9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40B97-B27E-4F71-9091-A4026E4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06A9C-2274-4C4A-978D-A08072CA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7C4B7-1D62-484D-9CB0-85D36E81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4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C6457-003C-445C-B82F-42DF9096C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611A-49AB-4EB6-971A-3E57E1228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23714-935E-495C-8393-3973BDE8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5266D-2BF3-4412-9E2F-86CAE077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5FCE-C47B-4C80-990C-106F19E6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4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1F3D2-A9F6-4308-8867-7DFA4307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51AA1-7B13-435E-ADA5-8AE71B9A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FB877-7EF7-4586-AF31-F771AC66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F42F1-FAAB-4B75-B95E-F93AC9B37DC0}" type="datetimeFigureOut">
              <a:rPr lang="en-US" smtClean="0"/>
              <a:t>2020-08-03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99F1D-0403-4CB3-A0CD-79D1C971D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35E6B-5267-459E-A348-FA22FCD90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0BF61-80FB-41F1-ACAA-0D4AC4228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7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9ACCD83-0F35-435A-8177-1004C0854F63}"/>
              </a:ext>
            </a:extLst>
          </p:cNvPr>
          <p:cNvGrpSpPr/>
          <p:nvPr/>
        </p:nvGrpSpPr>
        <p:grpSpPr>
          <a:xfrm>
            <a:off x="2581212" y="2136710"/>
            <a:ext cx="3073074" cy="1713199"/>
            <a:chOff x="2581212" y="2136710"/>
            <a:chExt cx="3073074" cy="171319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11B9DE0-8BFD-4303-8A1C-57D6BA41894C}"/>
                </a:ext>
              </a:extLst>
            </p:cNvPr>
            <p:cNvGrpSpPr/>
            <p:nvPr/>
          </p:nvGrpSpPr>
          <p:grpSpPr>
            <a:xfrm>
              <a:off x="2581212" y="2136710"/>
              <a:ext cx="1533330" cy="1490290"/>
              <a:chOff x="4114800" y="2136710"/>
              <a:chExt cx="1533330" cy="149029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2DE373F-EAAC-4E10-A606-B866AD4E070D}"/>
                  </a:ext>
                </a:extLst>
              </p:cNvPr>
              <p:cNvGrpSpPr/>
              <p:nvPr/>
            </p:nvGrpSpPr>
            <p:grpSpPr>
              <a:xfrm>
                <a:off x="4114800" y="2136710"/>
                <a:ext cx="1533330" cy="307910"/>
                <a:chOff x="4114800" y="2136710"/>
                <a:chExt cx="1533330" cy="307910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6D42228D-6CF1-47B1-BDB9-328F2B59D8AB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5E3C4128-CDB3-459C-B787-F4B6ED7E1712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44AACBAA-37CE-4DDA-BFB5-823885D52997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FCB34B62-1E04-4A53-A495-8AAC165B7EA1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451A70E6-033D-4A28-9C31-AA6CE279F5CA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4E573A8-980A-4FF0-8CB7-97BCEE1AF65A}"/>
                  </a:ext>
                </a:extLst>
              </p:cNvPr>
              <p:cNvGrpSpPr/>
              <p:nvPr/>
            </p:nvGrpSpPr>
            <p:grpSpPr>
              <a:xfrm>
                <a:off x="4114800" y="2444620"/>
                <a:ext cx="1533330" cy="307910"/>
                <a:chOff x="4114800" y="2136710"/>
                <a:chExt cx="1533330" cy="307910"/>
              </a:xfrm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4B441E34-7CC6-4296-93EC-50F678000FB5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C9CBDA1-A3D9-4327-9AC3-C1F7114E59C0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8C2043D3-2163-455D-A31F-1A4455E26B7F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E74389A-C5E4-4365-B319-EF1E677DF4B4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30666AB3-496D-44FA-A500-3E42D1362521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A048BE8-7212-4588-8C66-C364B9A9047B}"/>
                  </a:ext>
                </a:extLst>
              </p:cNvPr>
              <p:cNvGrpSpPr/>
              <p:nvPr/>
            </p:nvGrpSpPr>
            <p:grpSpPr>
              <a:xfrm>
                <a:off x="4114800" y="2726141"/>
                <a:ext cx="1533330" cy="307910"/>
                <a:chOff x="4114800" y="2136710"/>
                <a:chExt cx="1533330" cy="307910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BFEC889-9FFE-46A1-A2D7-FC839822FC45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FA1FBD1E-63C2-48B8-8963-94E56381F8A6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A850216-7BF0-4B2F-838E-C840BA023709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095E56BD-1280-4FC0-8194-6622104AFEFD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D56B82C-910E-4612-B856-10FF94E9E170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91A0EFD3-F89C-4568-876E-1FB8803C510F}"/>
                  </a:ext>
                </a:extLst>
              </p:cNvPr>
              <p:cNvGrpSpPr/>
              <p:nvPr/>
            </p:nvGrpSpPr>
            <p:grpSpPr>
              <a:xfrm>
                <a:off x="4114800" y="3020856"/>
                <a:ext cx="1533330" cy="307910"/>
                <a:chOff x="4114800" y="2136710"/>
                <a:chExt cx="1533330" cy="30791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47C76F41-3234-46D9-9178-6E225B5728E5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40DBA44-1544-4570-9F22-D27E87682183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978A49E-E893-47CD-881E-9091937B0545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0E4F7D3-8D52-4429-8404-838F96700ACC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9C7AD0F-FF72-462B-8B43-99CE260719CC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8E83FEC-F45B-4FCF-A36B-EA96302A0036}"/>
                  </a:ext>
                </a:extLst>
              </p:cNvPr>
              <p:cNvGrpSpPr/>
              <p:nvPr/>
            </p:nvGrpSpPr>
            <p:grpSpPr>
              <a:xfrm>
                <a:off x="4114800" y="3319090"/>
                <a:ext cx="1533330" cy="307910"/>
                <a:chOff x="4114800" y="2136710"/>
                <a:chExt cx="1533330" cy="307910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62730F6-503A-44B0-8AA3-887BF145CD13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50D304C-F419-4A25-9235-714DBBEBC67D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40C6A8C6-A5B3-4AE0-B969-5E44A33CD0F9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BF42040F-AE32-4442-8832-0189381B69B9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89459040-ED0D-46FD-860C-B1EBC867E653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DE9E4F1-3AC9-4F8F-BE08-2250FB6B604C}"/>
                </a:ext>
              </a:extLst>
            </p:cNvPr>
            <p:cNvGrpSpPr/>
            <p:nvPr/>
          </p:nvGrpSpPr>
          <p:grpSpPr>
            <a:xfrm>
              <a:off x="4114800" y="2136710"/>
              <a:ext cx="1533330" cy="1490290"/>
              <a:chOff x="4114800" y="2136710"/>
              <a:chExt cx="1533330" cy="149029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628E615-7C04-4A6D-9107-4BF7A00A99C6}"/>
                  </a:ext>
                </a:extLst>
              </p:cNvPr>
              <p:cNvGrpSpPr/>
              <p:nvPr/>
            </p:nvGrpSpPr>
            <p:grpSpPr>
              <a:xfrm>
                <a:off x="4114800" y="2136710"/>
                <a:ext cx="1533330" cy="307910"/>
                <a:chOff x="4114800" y="2136710"/>
                <a:chExt cx="1533330" cy="30791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9394129-2EEF-4D58-B0E5-31BAF69F3BB6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A44D06D-70E9-4213-8C03-450B19395FB5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8C8E008B-B1B3-452F-A795-6E53BD2A8C8A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DC41B1E-1353-465F-A6BB-1995812276B5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35237A4-9661-4E3D-96D9-C2F7544C2D68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596768C-E981-4B4D-B8D4-862EFB284A85}"/>
                  </a:ext>
                </a:extLst>
              </p:cNvPr>
              <p:cNvGrpSpPr/>
              <p:nvPr/>
            </p:nvGrpSpPr>
            <p:grpSpPr>
              <a:xfrm>
                <a:off x="4114800" y="2444620"/>
                <a:ext cx="1533330" cy="307910"/>
                <a:chOff x="4114800" y="2136710"/>
                <a:chExt cx="1533330" cy="30791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AE15461-9ACB-4CB0-A3C2-2CB2F6047779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7D45415-7766-4DD7-836C-5823F0A89EE0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1557656-E4BE-4B5B-99BF-BE63BA842684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94C38A4-3387-42C8-B63D-C3DFEFB6C274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A5F372C-5CBB-45EE-9415-67474688CF3E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1FFF505-96F3-4910-ADB1-17B5D59BB465}"/>
                  </a:ext>
                </a:extLst>
              </p:cNvPr>
              <p:cNvGrpSpPr/>
              <p:nvPr/>
            </p:nvGrpSpPr>
            <p:grpSpPr>
              <a:xfrm>
                <a:off x="4114800" y="2726141"/>
                <a:ext cx="1533330" cy="307910"/>
                <a:chOff x="4114800" y="2136710"/>
                <a:chExt cx="1533330" cy="307910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BF62D625-33E7-4BAC-B785-661419CB67C8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4A25D96-48B0-41D6-B729-9FD7B486CAF8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2E4638E9-D081-4C0C-974B-326A33E8E943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FD21B71-F44B-4A04-8305-26B9237415CC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41C05BC-F443-43B5-9E59-168C5332B66F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4D0F761-ADC6-4458-9607-8B2C16E9CCDE}"/>
                  </a:ext>
                </a:extLst>
              </p:cNvPr>
              <p:cNvGrpSpPr/>
              <p:nvPr/>
            </p:nvGrpSpPr>
            <p:grpSpPr>
              <a:xfrm>
                <a:off x="4114800" y="3020856"/>
                <a:ext cx="1533330" cy="307910"/>
                <a:chOff x="4114800" y="2136710"/>
                <a:chExt cx="1533330" cy="307910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506821A-55E8-43FC-8EAE-72BE0EEA6A72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DC5C41D-25EA-4D50-A9A7-E5375EA9CF06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0B691A7-1E19-4AFC-8073-E78C6B028C0E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E6C9044-2C1A-4DDC-A26E-06F2A43EE81C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F93268E-B1E6-43E0-AF9B-C3C112265922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84A6BD9-BA6F-47E0-A118-C4318904DEA4}"/>
                  </a:ext>
                </a:extLst>
              </p:cNvPr>
              <p:cNvGrpSpPr/>
              <p:nvPr/>
            </p:nvGrpSpPr>
            <p:grpSpPr>
              <a:xfrm>
                <a:off x="4114800" y="3319090"/>
                <a:ext cx="1533330" cy="307910"/>
                <a:chOff x="4114800" y="2136710"/>
                <a:chExt cx="1533330" cy="307910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DC0214D-5E8C-4876-B312-4E22D18DAD06}"/>
                    </a:ext>
                  </a:extLst>
                </p:cNvPr>
                <p:cNvSpPr/>
                <p:nvPr/>
              </p:nvSpPr>
              <p:spPr>
                <a:xfrm>
                  <a:off x="411480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32FB8C5-0F3F-4743-BA20-B00D5F7AA177}"/>
                    </a:ext>
                  </a:extLst>
                </p:cNvPr>
                <p:cNvSpPr/>
                <p:nvPr/>
              </p:nvSpPr>
              <p:spPr>
                <a:xfrm>
                  <a:off x="442271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A1BEFEFA-F95A-40E9-AA2E-A82B1F6C0D7F}"/>
                    </a:ext>
                  </a:extLst>
                </p:cNvPr>
                <p:cNvSpPr/>
                <p:nvPr/>
              </p:nvSpPr>
              <p:spPr>
                <a:xfrm>
                  <a:off x="4729065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ABB7AB1-492E-4CF9-ACC5-0395B6B9F3B6}"/>
                    </a:ext>
                  </a:extLst>
                </p:cNvPr>
                <p:cNvSpPr/>
                <p:nvPr/>
              </p:nvSpPr>
              <p:spPr>
                <a:xfrm>
                  <a:off x="50354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D2493798-5345-451D-A130-0747E120608C}"/>
                    </a:ext>
                  </a:extLst>
                </p:cNvPr>
                <p:cNvSpPr/>
                <p:nvPr/>
              </p:nvSpPr>
              <p:spPr>
                <a:xfrm>
                  <a:off x="5340220" y="2136710"/>
                  <a:ext cx="307910" cy="307910"/>
                </a:xfrm>
                <a:prstGeom prst="rect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995E923-99BE-4DAA-91DD-88E438093088}"/>
                </a:ext>
              </a:extLst>
            </p:cNvPr>
            <p:cNvGrpSpPr/>
            <p:nvPr/>
          </p:nvGrpSpPr>
          <p:grpSpPr>
            <a:xfrm>
              <a:off x="4114800" y="2726142"/>
              <a:ext cx="1533329" cy="900859"/>
              <a:chOff x="4114800" y="2726142"/>
              <a:chExt cx="1533329" cy="900859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A9634C7-BD93-451E-B7A2-07CD608F27B2}"/>
                  </a:ext>
                </a:extLst>
              </p:cNvPr>
              <p:cNvSpPr/>
              <p:nvPr/>
            </p:nvSpPr>
            <p:spPr>
              <a:xfrm>
                <a:off x="4114800" y="3020856"/>
                <a:ext cx="920620" cy="606144"/>
              </a:xfrm>
              <a:prstGeom prst="rect">
                <a:avLst/>
              </a:prstGeom>
              <a:solidFill>
                <a:srgbClr val="4472C4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736A5D8-5109-4CCD-B990-F7FA4A1564C4}"/>
                  </a:ext>
                </a:extLst>
              </p:cNvPr>
              <p:cNvSpPr/>
              <p:nvPr/>
            </p:nvSpPr>
            <p:spPr>
              <a:xfrm rot="5400000">
                <a:off x="4891431" y="2870303"/>
                <a:ext cx="900859" cy="612537"/>
              </a:xfrm>
              <a:prstGeom prst="rect">
                <a:avLst/>
              </a:prstGeom>
              <a:solidFill>
                <a:schemeClr val="accent2">
                  <a:alpha val="5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B6CE1C4-2303-4A3A-9FCB-B9FF32E3411F}"/>
                </a:ext>
              </a:extLst>
            </p:cNvPr>
            <p:cNvGrpSpPr/>
            <p:nvPr/>
          </p:nvGrpSpPr>
          <p:grpSpPr>
            <a:xfrm>
              <a:off x="2581299" y="2726141"/>
              <a:ext cx="1533329" cy="900859"/>
              <a:chOff x="2581299" y="2726141"/>
              <a:chExt cx="1533329" cy="900859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A356ABC-A216-46AC-BD22-C2E15BD9F257}"/>
                  </a:ext>
                </a:extLst>
              </p:cNvPr>
              <p:cNvSpPr/>
              <p:nvPr/>
            </p:nvSpPr>
            <p:spPr>
              <a:xfrm flipH="1">
                <a:off x="3194008" y="3020855"/>
                <a:ext cx="920620" cy="606144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B068EE0-C8BE-4D43-B63B-521BCB3BA57B}"/>
                  </a:ext>
                </a:extLst>
              </p:cNvPr>
              <p:cNvSpPr/>
              <p:nvPr/>
            </p:nvSpPr>
            <p:spPr>
              <a:xfrm rot="16200000" flipH="1">
                <a:off x="2437138" y="2870302"/>
                <a:ext cx="900859" cy="612537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7D63BC-7128-445D-AB8F-907DF79CDE58}"/>
                </a:ext>
              </a:extLst>
            </p:cNvPr>
            <p:cNvSpPr txBox="1"/>
            <p:nvPr/>
          </p:nvSpPr>
          <p:spPr>
            <a:xfrm>
              <a:off x="4286011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871896F-6BCF-4F28-8AB7-6340E9D4E9E4}"/>
                </a:ext>
              </a:extLst>
            </p:cNvPr>
            <p:cNvSpPr txBox="1"/>
            <p:nvPr/>
          </p:nvSpPr>
          <p:spPr>
            <a:xfrm>
              <a:off x="4600268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26A540F-ADB3-44C4-8B1A-2D6365F689C1}"/>
                </a:ext>
              </a:extLst>
            </p:cNvPr>
            <p:cNvSpPr txBox="1"/>
            <p:nvPr/>
          </p:nvSpPr>
          <p:spPr>
            <a:xfrm>
              <a:off x="4914525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3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DE35597-E70A-455F-BDA4-F1E24A783603}"/>
                </a:ext>
              </a:extLst>
            </p:cNvPr>
            <p:cNvSpPr txBox="1"/>
            <p:nvPr/>
          </p:nvSpPr>
          <p:spPr>
            <a:xfrm>
              <a:off x="5228779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4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AB1BFDC-D29D-48FF-8C49-46C5A6190AEE}"/>
                </a:ext>
              </a:extLst>
            </p:cNvPr>
            <p:cNvGrpSpPr/>
            <p:nvPr/>
          </p:nvGrpSpPr>
          <p:grpSpPr>
            <a:xfrm>
              <a:off x="4120957" y="2719543"/>
              <a:ext cx="1533329" cy="900859"/>
              <a:chOff x="2581299" y="2726141"/>
              <a:chExt cx="1533329" cy="900859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6A05958-DF60-4148-9881-32CB53E72FCA}"/>
                  </a:ext>
                </a:extLst>
              </p:cNvPr>
              <p:cNvSpPr/>
              <p:nvPr/>
            </p:nvSpPr>
            <p:spPr>
              <a:xfrm flipH="1">
                <a:off x="3194008" y="3020855"/>
                <a:ext cx="920620" cy="6061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162BC8B-28F3-45E8-AC75-CF9D40BA21A2}"/>
                  </a:ext>
                </a:extLst>
              </p:cNvPr>
              <p:cNvSpPr/>
              <p:nvPr/>
            </p:nvSpPr>
            <p:spPr>
              <a:xfrm rot="16200000" flipH="1">
                <a:off x="2437138" y="2870302"/>
                <a:ext cx="900859" cy="6125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9BAC97A-1600-41D0-B2F6-D4D31FECC623}"/>
                </a:ext>
              </a:extLst>
            </p:cNvPr>
            <p:cNvSpPr txBox="1"/>
            <p:nvPr/>
          </p:nvSpPr>
          <p:spPr>
            <a:xfrm>
              <a:off x="3971754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433D666-FEED-45F7-B370-C1C13D9276A5}"/>
                </a:ext>
              </a:extLst>
            </p:cNvPr>
            <p:cNvSpPr txBox="1"/>
            <p:nvPr/>
          </p:nvSpPr>
          <p:spPr>
            <a:xfrm>
              <a:off x="3657497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-1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E919623-24B7-415E-9748-4CFBDFB43E37}"/>
                </a:ext>
              </a:extLst>
            </p:cNvPr>
            <p:cNvSpPr txBox="1"/>
            <p:nvPr/>
          </p:nvSpPr>
          <p:spPr>
            <a:xfrm>
              <a:off x="3343240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-2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DD25CB4-E4E7-467F-AF3C-910A161C7F62}"/>
                </a:ext>
              </a:extLst>
            </p:cNvPr>
            <p:cNvSpPr txBox="1"/>
            <p:nvPr/>
          </p:nvSpPr>
          <p:spPr>
            <a:xfrm>
              <a:off x="3028983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-3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8C8746E-9A39-495E-AF5C-205E3F998AA9}"/>
                </a:ext>
              </a:extLst>
            </p:cNvPr>
            <p:cNvSpPr txBox="1"/>
            <p:nvPr/>
          </p:nvSpPr>
          <p:spPr>
            <a:xfrm>
              <a:off x="2714726" y="3603688"/>
              <a:ext cx="2984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-4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C774846-DE0F-4033-9FD0-C41B232ED8B0}"/>
                </a:ext>
              </a:extLst>
            </p:cNvPr>
            <p:cNvSpPr/>
            <p:nvPr/>
          </p:nvSpPr>
          <p:spPr>
            <a:xfrm>
              <a:off x="4703913" y="3568824"/>
              <a:ext cx="73025" cy="829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345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Alessandro Dicosola - alessandro.dicosola@studio.unibo.it</dc:creator>
  <cp:lastModifiedBy>Alessandro Dicosola - alessandro.dicosola@studio.unibo.it</cp:lastModifiedBy>
  <cp:revision>2</cp:revision>
  <dcterms:created xsi:type="dcterms:W3CDTF">2020-08-03T05:08:58Z</dcterms:created>
  <dcterms:modified xsi:type="dcterms:W3CDTF">2020-08-03T05:21:58Z</dcterms:modified>
</cp:coreProperties>
</file>